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80360"/>
            <a:ext cx="12188952" cy="54864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Cathey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AAAABB"/>
                </a:solidFill>
              </a:rPr>
              <a:t>A Fully Local Voice Smart Home Assistant
EECS 6895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Commercial assistants (Alexa, Google Home) send every word to the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83664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AAAABB"/>
                </a:solidFill>
              </a:rPr>
              <a:t>      •  Privacy risk · Internet dependency · Subscription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14016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Goal: build a capable smart home assistant that runs entirely on-device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AAAABB"/>
                </a:solidFill>
              </a:rPr>
              <a:t>      •  No cloud · No internet · No data leaves your 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4787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Platform: Raspberry Pi 5  |  Fully offline inference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STT  →  faster-whisper tiny.en  (CPU, int8)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83664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AAAABB"/>
                </a:solidFill>
              </a:rPr>
              <a:t>      •  Transcribes speech in ~1.2 s on Pi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14016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SLM  →  Qwen2.5-3B-Instruct  Q3_K_M  (llama.cpp)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AAAABB"/>
                </a:solidFill>
              </a:rPr>
              <a:t>      •  Intent classification + QA + clarification in 15–50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4787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TTS  →  Piper en_US-lessac-medium  (170 WPM)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51376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AAAABB"/>
                </a:solidFill>
              </a:rPr>
              <a:t>      •  Neural TTS, played via PipeWire to Bluetooth speaker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8172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GPIO  →  LED ring · Stepper motors · PWM fan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Hybrid Inference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5458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A9EFF"/>
                </a:solidFill>
              </a:rPr>
              <a:t>Rule-Based Fast Path  (&lt;5 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0992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Regex matching on user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5856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Handles ~70% of direct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0720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turn on light · open curtain · set 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5584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Zero LLM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8796" y="1234440"/>
            <a:ext cx="55458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A9EFF"/>
                </a:solidFill>
              </a:rPr>
              <a:t>SLM Slow Path  (15–50 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8796" y="170992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Ambiguous / feeling 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8796" y="225856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"I feel cold"  →  needs_clarification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8796" y="280720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General QA  →  answer_qa +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8796" y="335584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Structured JSON output enforced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Intent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Four output types: direct_command · needs_clarification · general_qa · invalid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83664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Key boundary: feelings ≠ commands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8716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AAAABB"/>
                </a:solidFill>
              </a:rPr>
              <a:t>      •  "I feel cold" is a feeling — ask user, never infer device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AAAABB"/>
                </a:solidFill>
              </a:rPr>
              <a:t>      •  "Turn on the AC" is a command — execute immediately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4787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Enforced via system prompt + few-shot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51376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AAAABB"/>
                </a:solidFill>
              </a:rPr>
              <a:t>      •  CRITICAL rule: feelings → always needs_clarification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8172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Validation layer rejects malformed SLM output before execution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Four-Layer Memory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5458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A9EFF"/>
                </a:solidFill>
              </a:rPr>
              <a:t>Working  +  Episodic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0992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Working: last 8 turns (RAM only)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5856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Episodic: ChromaDB vector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0720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  Semantically similar past interactions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5584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  Retrieved as RAG context for 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8796" y="1234440"/>
            <a:ext cx="55458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A9EFF"/>
                </a:solidFill>
              </a:rPr>
              <a:t>Procedural  +  Semantic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8796" y="170992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Procedural: learned trigger→action habits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8796" y="225856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  "I feel cold" → close window (auto-resolved)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8796" y="280720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Semantic: structured key-value prefs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8796" y="335584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  user_name, preferred temperature, etc.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Design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Personal facts → semantic memory, not episodic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83664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AAAABB"/>
                </a:solidFill>
              </a:rPr>
              <a:t>      •  Vector retrieval over noisy STT caused corrupted name recall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14016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AAAABB"/>
                </a:solidFill>
              </a:rPr>
              <a:t>      •  Key-value storage is deterministic and reliable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4436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n_ctx 2048 → 1024  +  40% shorter system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4787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AAAABB"/>
                </a:solidFill>
              </a:rPr>
              <a:t>      •  Reduces per-inference time by 20–30%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78224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Embedding model pre-warmed at startup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8172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AAAABB"/>
                </a:solidFill>
              </a:rPr>
              <a:t>      •  Eliminates 30 s cold-start penalty on first QA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GPIO + TTS run concurrently (threading)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15584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AAAABB"/>
                </a:solidFill>
              </a:rPr>
              <a:t>      •  Hardware action and speech overlap, saves ~1–2 s per command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Devices &amp; Demo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5458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A9EFF"/>
                </a:solidFill>
              </a:rPr>
              <a:t>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0992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WS2812B 12-LED ring  (SPI0)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5856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  Color temp 1–5  ·  Brightness 3-level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0720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  RGB cycle  ·  Party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5584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Curtain stepper motor  (ULN2003)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0448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Window stepper motor  (ULN2003)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5312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PWM fan  (AC simulation)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0176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  20% slow  ·  100% fast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8796" y="1234440"/>
            <a:ext cx="55458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A9EFF"/>
                </a:solidFill>
              </a:rPr>
              <a:t>Demo Commands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8796" y="170992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"Turn on the light"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8796" y="225856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"Make the light warmer"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8796" y="280720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"Open the curtain"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8796" y="335584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"I feel cold"  →  clarification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8796" y="390448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"Set the AC to 28 degrees"  →  fan fast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445312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"My name is Alex"  →  remembered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8796" y="5001768"/>
            <a:ext cx="55458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"Party time"  →  disco + music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Classification accuracy:  ~85%  (20-command test set, Qwen2.5-3B Q3_K_M)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83664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Rule-based fast path covers ~70% of direct commands  →  &lt;5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8716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SLM latency:  15–50 s  (Pi 5 CPU, 4 threads, n_ctx=1024)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9067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AAAABB"/>
                </a:solidFill>
              </a:rPr>
              <a:t>      •  Bottleneck is LLM prefill — fundamentally constrained by 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21024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STT latency:  ~1.2 s  (faster-whisper tiny.en, int8)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2452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TTS latency:  ~0.5 s  (Piper, PipeWire)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2803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End-to-end (rule-based):  ~2 s  |  (SLM):  ~18–55 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Cathey shows a capable smart home assistant is achievable entirely on consumer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83664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Hybrid architecture is the key insight: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8716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AAAABB"/>
                </a:solidFill>
              </a:rPr>
              <a:t>      •  Fast deterministic rules handle the common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AAAABB"/>
                </a:solidFill>
              </a:rPr>
              <a:t>      •  SLM handles ambiguous and conversational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4787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Memory is layered by reliability: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51376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AAAABB"/>
                </a:solidFill>
              </a:rPr>
              <a:t>      •  Vector retrieval where fuzziness is acceptable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8172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AAAABB"/>
                </a:solidFill>
              </a:rPr>
              <a:t>      •  Key-value storage where accuracy is 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Future work: wake word detection · faster quantization · more devices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